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  <a:latin typeface="Arial"/>
              </a:defRPr>
            </a:pPr>
            <a:r>
              <a:t>无影灵构工作站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一站式云端AI创研算力平台</a:t>
            </a:r>
          </a:p>
          <a:p>
            <a:pPr>
              <a:defRPr>
                <a:solidFill>
                  <a:srgbClr val="333333"/>
                </a:solidFill>
              </a:defRPr>
            </a:pPr>
            <a:r>
              <a:t>OpenClaw Assistant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什么是无影灵构？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阿里云无影全新推出的一站式云端AI创研算力平台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专为AI创作和研究而打造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无需专业AI背景，也能快速构建专属云端工作站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大幅降低AI创新门槛，提升创作与科研效率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核心优势 - 算力与部署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💪 **强劲算力，开箱即用**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🚀 **一键启动，极速部署**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核心优势 - 成本与体验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💰 **灵活计费，降本增效**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🖥️ **多端访问，极简体验**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核心优势 - 性能与存储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⚡ **智能加速，效率跃升**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📁 **持久存储，数据无忧**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典型使用场景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**AI创作者**: AI绘画、视频生成等创作场景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**设计师/美术师**: 快速生成灵感图、风格迁移、AI辅助渲染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**高校师生**: AI教学实验、实验复现、科研项目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**内容运营/自媒体**: 批量生成图文、短视频素材、封面与海报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**AI研究者**: 复现顶会方法、微调大模型、开展对比实验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**开发爱好者**: 探索AIGC模型、快速验证原型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依托阿里云强大的技术底座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企业级安全、稳定、高性能的AI基础设施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开放丰富的灵构内容生态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真正实现"部署即用、随开随创"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